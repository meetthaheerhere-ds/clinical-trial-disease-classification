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2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38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5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51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88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45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9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05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764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23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668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66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6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0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4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Clinical Trial Disease Category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5 - NLP &amp; Machine Learning</a:t>
            </a:r>
          </a:p>
          <a:p>
            <a:r>
              <a:t>Thaheer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Problem Statement</a:t>
            </a:r>
          </a:p>
          <a:p>
            <a:r>
              <a:t>Dataset</a:t>
            </a:r>
          </a:p>
          <a:p>
            <a:r>
              <a:t>Preprocessing</a:t>
            </a:r>
          </a:p>
          <a:p>
            <a:r>
              <a:t>NLP</a:t>
            </a:r>
          </a:p>
          <a:p>
            <a:r>
              <a:t>Machine Learning</a:t>
            </a:r>
          </a:p>
          <a:p>
            <a:r>
              <a:t>Results</a:t>
            </a:r>
          </a:p>
          <a:p>
            <a:r>
              <a:t>Streamlit App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 trial summaries are unstructured text. The goal is to automatically classify them into disease categories using NLP and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manual effort in reviewing clinical trial studies and enable faster disease-based categorization.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ClinicalTrials.gov</a:t>
            </a:r>
          </a:p>
          <a:p>
            <a:r>
              <a:t>Original Records: 60,337</a:t>
            </a:r>
          </a:p>
          <a:p>
            <a:r>
              <a:t>Processed Records: 10,971</a:t>
            </a:r>
          </a:p>
          <a:p>
            <a:r>
              <a:t>Features: brief_summary,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Cancer</a:t>
            </a:r>
          </a:p>
          <a:p>
            <a:r>
              <a:t>Diabetes</a:t>
            </a:r>
          </a:p>
          <a:p>
            <a:r>
              <a:t>COVID</a:t>
            </a:r>
          </a:p>
          <a:p>
            <a:r>
              <a:t>Respiratory</a:t>
            </a:r>
          </a:p>
          <a:p>
            <a:r>
              <a:t>Arthritis</a:t>
            </a:r>
          </a:p>
          <a:p>
            <a:r>
              <a:t>Mental Health</a:t>
            </a:r>
          </a:p>
          <a:p>
            <a:r>
              <a:t>Blood Disorder</a:t>
            </a:r>
          </a:p>
          <a:p>
            <a:r>
              <a:t>Other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 Handling</a:t>
            </a:r>
          </a:p>
          <a:p>
            <a:r>
              <a:t>Duplicate Removal</a:t>
            </a:r>
          </a:p>
          <a:p>
            <a:r>
              <a:t>Feature Selection</a:t>
            </a:r>
          </a:p>
          <a:p>
            <a:r>
              <a:t>Disease Category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Lowercasing</a:t>
            </a:r>
          </a:p>
          <a:p>
            <a:r>
              <a:t>Special Character Removal</a:t>
            </a:r>
          </a:p>
          <a:p>
            <a:r>
              <a:t>Stopword Removal</a:t>
            </a:r>
          </a:p>
          <a:p>
            <a:r>
              <a:t>Lemmatization</a:t>
            </a:r>
          </a:p>
          <a:p>
            <a:r>
              <a:t>Clean Summary Creation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Vectorization</a:t>
            </a:r>
          </a:p>
          <a:p>
            <a:r>
              <a:t>Maximum Features: 5000</a:t>
            </a:r>
          </a:p>
          <a:p>
            <a:r>
              <a:t>Output Shape: (10971, 5000)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Label Encoding &amp; 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Disease Classes Encoded</a:t>
            </a:r>
          </a:p>
          <a:p>
            <a:r>
              <a:t>Train Size: 8776</a:t>
            </a:r>
          </a:p>
          <a:p>
            <a:r>
              <a:t>Test Size: 2195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84.19%</a:t>
            </a:r>
          </a:p>
          <a:p>
            <a:r>
              <a:t>Strong performance on sparse TF-IDF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2: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77.81%</a:t>
            </a:r>
          </a:p>
          <a:p>
            <a:r>
              <a:t>Fast baseline model for text classification.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3: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84.37%</a:t>
            </a:r>
          </a:p>
          <a:p>
            <a:r>
              <a:t>Highest performing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Regression: 84.19%</a:t>
            </a:r>
          </a:p>
          <a:p>
            <a:r>
              <a:t>Naive Bayes: 77.81%</a:t>
            </a:r>
          </a:p>
          <a:p>
            <a:r>
              <a:t>Random Forest: 84.37%</a:t>
            </a:r>
          </a:p>
          <a:p>
            <a:r>
              <a:t>Selected Model: Random Forest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Report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Category: Cancer (F1 = 0.93)</a:t>
            </a:r>
          </a:p>
          <a:p>
            <a:r>
              <a:t>Strong Results: Diabetes, Respiratory, Blood Disorder</a:t>
            </a:r>
          </a:p>
          <a:p>
            <a:r>
              <a:t>Weakest Category: Other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UI</a:t>
            </a:r>
          </a:p>
          <a:p>
            <a:r>
              <a:t>User enters clinical summary</a:t>
            </a:r>
          </a:p>
          <a:p>
            <a:r>
              <a:t>Model predicts disease category</a:t>
            </a:r>
          </a:p>
          <a:p>
            <a:r>
              <a:t>Real-time prediction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</a:t>
            </a:r>
          </a:p>
          <a:p>
            <a:r>
              <a:t>Patients with type 2 diabetes are being treated with a new insulin therapy.</a:t>
            </a:r>
          </a:p>
          <a:p>
            <a:endParaRPr/>
          </a:p>
          <a:p>
            <a:r>
              <a:t>Output:</a:t>
            </a:r>
          </a:p>
          <a:p>
            <a:r>
              <a:t>Diabetes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Cleaning → NLP → TF-IDF → Encoding → Model Training → Evaluation → Prediction → Streamlit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NLP-based disease classification system.</a:t>
            </a:r>
          </a:p>
          <a:p>
            <a:r>
              <a:t>Best Model: Random Forest</a:t>
            </a:r>
          </a:p>
          <a:p>
            <a:r>
              <a:t>Accuracy: 84.37%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443491" y="5466346"/>
            <a:ext cx="45719" cy="45719"/>
          </a:xfrm>
        </p:spPr>
        <p:txBody>
          <a:bodyPr>
            <a:normAutofit fontScale="25000" lnSpcReduction="20000"/>
          </a:bodyPr>
          <a:lstStyle/>
          <a:p>
            <a:pPr lvl="4"/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325</Words>
  <Application>Microsoft Office PowerPoint</Application>
  <PresentationFormat>On-screen Show (4:3)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Clinical Trial Disease Category Classification</vt:lpstr>
      <vt:lpstr>Agenda</vt:lpstr>
      <vt:lpstr>Problem Statement</vt:lpstr>
      <vt:lpstr>Business Objective</vt:lpstr>
      <vt:lpstr>Dataset Information</vt:lpstr>
      <vt:lpstr>Disease Categories</vt:lpstr>
      <vt:lpstr>Data Preprocessing</vt:lpstr>
      <vt:lpstr>NLP Preprocessing</vt:lpstr>
      <vt:lpstr>Feature Engineering</vt:lpstr>
      <vt:lpstr>Label Encoding &amp; Train-Test Split</vt:lpstr>
      <vt:lpstr>Model 1: Logistic Regression</vt:lpstr>
      <vt:lpstr>Model 2: Naive Bayes</vt:lpstr>
      <vt:lpstr>Model 3: Random Forest</vt:lpstr>
      <vt:lpstr>Model Comparison</vt:lpstr>
      <vt:lpstr>Classification Report Insights</vt:lpstr>
      <vt:lpstr>Streamlit Application</vt:lpstr>
      <vt:lpstr>Sample Prediction</vt:lpstr>
      <vt:lpstr>Project Workflow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Thaheer A</cp:lastModifiedBy>
  <cp:revision>4</cp:revision>
  <dcterms:created xsi:type="dcterms:W3CDTF">2013-01-27T09:14:16Z</dcterms:created>
  <dcterms:modified xsi:type="dcterms:W3CDTF">2026-06-11T10:56:02Z</dcterms:modified>
  <cp:category/>
</cp:coreProperties>
</file>